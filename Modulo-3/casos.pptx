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4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1C125-BA25-41B9-BF88-6EDD2AD913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17C0DE-FE40-42FA-9AF8-FF4D6F2EF6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748742-81D0-41AB-9CC0-69D1BE4AB518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378000" y="5255280"/>
            <a:ext cx="176436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2583360" y="5255280"/>
            <a:ext cx="239436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5419080" y="5255280"/>
            <a:ext cx="176436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BF646F-53C3-4553-A132-4B3E4AF4AC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7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9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1979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1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1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1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1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16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/>
          <p:nvPr/>
        </p:nvSpPr>
        <p:spPr>
          <a:xfrm>
            <a:off x="360" y="360"/>
            <a:ext cx="10079640" cy="566964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Box 2"/>
          <p:cNvSpPr/>
          <p:nvPr/>
        </p:nvSpPr>
        <p:spPr>
          <a:xfrm>
            <a:off x="756000" y="1890000"/>
            <a:ext cx="8317800" cy="15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 casos reales</a:t>
            </a:r>
            <a:br>
              <a:rPr sz="4800"/>
            </a:b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 no llegaron al mainstream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3"/>
          <p:cNvSpPr/>
          <p:nvPr/>
        </p:nvSpPr>
        <p:spPr>
          <a:xfrm>
            <a:off x="756000" y="3402000"/>
            <a:ext cx="83178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¿Que podemos aprender de cada uno?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Box 1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1: TradeLens (Maersk + IBM)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 3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Box 4"/>
          <p:cNvSpPr/>
          <p:nvPr/>
        </p:nvSpPr>
        <p:spPr>
          <a:xfrm>
            <a:off x="529200" y="1058400"/>
            <a:ext cx="869580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plataforma de trazabilidad de comercio maritimo global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Tecnologia: Hyperledger Fabric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Inversion: cientos de millones de dolares, respaldada por IBM y Maersk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Participantes: llego a conectar a mas de 150 organizaciones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paso: cerro en noviembre de 2022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fallo?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Las navieras competidoras (MSC, CMA CGM) no querian unirse a una plataforma controlada por Maersk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Problema del 'fundador dominante': ¿por que dar mis datos a mi competidor?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No se alcanzo la masa critica necesaria para que la red fuera util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La propuesta de valor no compensaba el coste de integracion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5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2: B3i (consorcio de aseguradoras)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4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Box 8"/>
          <p:cNvSpPr/>
          <p:nvPr/>
        </p:nvSpPr>
        <p:spPr>
          <a:xfrm>
            <a:off x="529200" y="1058400"/>
            <a:ext cx="8695800" cy="36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plataforma de reaseguros automatizados con smart contracts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Tecnologia: R3 Corda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Fundadores: Allianz, Swiss Re, Zurich, Munich Re y otras 15+ aseguradoras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paso: cerro en julio de 2022 tras declararse insolvente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fallo?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No encontro un modelo de negocio viable: ¿quien paga la plataforma?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Las aseguradoras querian participar pero no financiar indefinidamente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Complejidad regulatoria: cada pais con reglas distintas para reaseguros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Los sistemas legacy de las aseguradoras eran muy dificiles de integrar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Leccion: la tecnologia funcionaba, el negocio no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7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Box 6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3: MedRec (MIT - historial medico)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6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Box 7"/>
          <p:cNvSpPr/>
          <p:nvPr/>
        </p:nvSpPr>
        <p:spPr>
          <a:xfrm>
            <a:off x="529200" y="1058400"/>
            <a:ext cx="8695800" cy="36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sistema de historial medico compartido entre hospitales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Tecnologia: Ethereum (red privada)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Concepto: el paciente controla quien accede a sus datos medicos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paso: nunca paso de fase de investigacion academica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fallo?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Regulacion sanitaria extremadamente estricta (HIPAA en EE.UU., GDPR en Europa)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Los medicos no quieren aprender herramientas nuevas: la UX debe ser invisible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Los hospitales tienen sistemas legacy incompatibles entre si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¿Quien administra la red? ¿Quien paga los nodos? ¿Quien es responsable?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Privacidad: ¿realmente queremos datos medicos en CUALQUIER tipo de blockchain?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9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Box 9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4: Voatz (votacion electronica)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ectangle 8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Box 12"/>
          <p:cNvSpPr/>
          <p:nvPr/>
        </p:nvSpPr>
        <p:spPr>
          <a:xfrm>
            <a:off x="529200" y="1058400"/>
            <a:ext cx="8695800" cy="36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app de votacion electronica basada en blockchain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Uso real: se uso en elecciones locales en West Virginia (EE.UU.) en 2018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Promesa: votacion segura, verificable y accesible desde el movil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paso: auditoria del MIT encontro vulnerabilidades criticas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fallo?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Investigadores del MIT demostraron que los votos podian ser alterados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La app dependia de un servidor central: no era realmente descentralizada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El voto electronico tiene un problema fundamental: verificabilidad vs anonimato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Rechazo politico: ambos partidos desconfian del voto electronico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Blockchain no resuelve el 'ultimo metro': ¿como verificas la identidad del votante?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1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Box 10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5: De Beers - Tracr (diamantes)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10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Box 11"/>
          <p:cNvSpPr/>
          <p:nvPr/>
        </p:nvSpPr>
        <p:spPr>
          <a:xfrm>
            <a:off x="529200" y="1058400"/>
            <a:ext cx="8695800" cy="41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trazabilidad de diamantes desde la mina al consumidor final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Tecnologia: blockchain privada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Objetivo: demostrar que un diamante no es 'de sangre' ni de conflicto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Estado: funciona, pero adopcion limitada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no ha triunfado?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Los proveedores pequenos (minas artesanales) no tienen infraestructura digital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Problema del 'garbage in, garbage out': si la mina miente al registrar, blockchain no lo detecta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Los intermediarios que se benefician de la opacidad no quieren participar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El consumidor final no sabe (ni le importa) verificar en blockchain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De Beers controla la plataforma: mismo problema de 'fundador dominante' que TradeLens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3"/>
          <p:cNvSpPr/>
          <p:nvPr/>
        </p:nvSpPr>
        <p:spPr>
          <a:xfrm>
            <a:off x="360" y="360"/>
            <a:ext cx="10079640" cy="601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Box 13"/>
          <p:cNvSpPr/>
          <p:nvPr/>
        </p:nvSpPr>
        <p:spPr>
          <a:xfrm>
            <a:off x="378000" y="226800"/>
            <a:ext cx="90738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627e"/>
                </a:solidFill>
                <a:effectLst/>
                <a:uFillTx/>
                <a:latin typeface="Calibri"/>
              </a:rPr>
              <a:t>Caso 6: Registro de propiedad de Honduras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12"/>
          <p:cNvSpPr/>
          <p:nvPr/>
        </p:nvSpPr>
        <p:spPr>
          <a:xfrm>
            <a:off x="378000" y="869400"/>
            <a:ext cx="9073800" cy="22320"/>
          </a:xfrm>
          <a:prstGeom prst="rect">
            <a:avLst/>
          </a:prstGeom>
          <a:solidFill>
            <a:srgbClr val="2262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2320" bIns="-22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Box 16"/>
          <p:cNvSpPr/>
          <p:nvPr/>
        </p:nvSpPr>
        <p:spPr>
          <a:xfrm>
            <a:off x="529200" y="1058400"/>
            <a:ext cx="8695800" cy="36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era: registro inmobiliario en blockchain para combatir la corrupcion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Contexto: en Honduras, el fraude en registros de propiedad es endemico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Promesa: un registro inmutable que ningun funcionario pudiera alterar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Que paso: el proyecto fue abandonado en fase inicial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¿Por que fallo?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Resistencia institucional: los que se benefician de la corrupcion bloquearon el proyecto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Marco legal: la ley hondurena no reconoce registros digitales como validos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Falta de infraestructura: muchas zonas rurales sin internet fiable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Problema del 'genesis': ¿quien carga los datos iniciales? ¿y si ya son fraudulentos?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 Blockchain no elimina la corrupcion si los corruptos controlan la entrada de datos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2026-05-28T18:04:42Z</dcterms:created>
  <dc:creator/>
  <dc:description/>
  <dc:language>es-ES</dc:language>
  <cp:lastModifiedBy/>
  <dcterms:modified xsi:type="dcterms:W3CDTF">2026-05-28T18:05:34Z</dcterms:modified>
  <cp:revision>1</cp:revision>
  <dc:subject/>
  <dc:title/>
</cp:coreProperties>
</file>